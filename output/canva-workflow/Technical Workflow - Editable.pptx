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39dc1e5e9417d" /><Relationship Type="http://schemas.openxmlformats.org/officeDocument/2006/relationships/extended-properties" Target="/docProps/app.xml" Id="R2b02c23d0c9f467b" /><Relationship Type="http://schemas.openxmlformats.org/officeDocument/2006/relationships/officeDocument" Target="/ppt/presentation.xml" Id="Rf2762842dd36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06047e78548ad"/>
  </p:sldMasterIdLst>
  <p:notesMasterIdLst>
    <p:notesMasterId xmlns:r="http://schemas.openxmlformats.org/officeDocument/2006/relationships" r:id="Ra0fe33e28fb14c70"/>
  </p:notesMasterIdLst>
  <p:sldIdLst>
    <p:sldId xmlns:r="http://schemas.openxmlformats.org/officeDocument/2006/relationships" id="256" r:id="R4be09a58604b4ff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62f5e5b6147c0" /><Relationship Type="http://schemas.openxmlformats.org/officeDocument/2006/relationships/slideMaster" Target="/ppt/slideMasters/slideMaster1.xml" Id="R67c06047e78548ad" /><Relationship Type="http://schemas.openxmlformats.org/officeDocument/2006/relationships/notesMaster" Target="/ppt/notesMasters/notesMaster1.xml" Id="Ra0fe33e28fb14c70" /><Relationship Type="http://schemas.openxmlformats.org/officeDocument/2006/relationships/presProps" Target="/ppt/presProps.xml" Id="Rbd5c557b23b64b65" /><Relationship Type="http://schemas.openxmlformats.org/officeDocument/2006/relationships/tableStyles" Target="/ppt/tableStyles.xml" Id="R45bc350514124d12" /><Relationship Type="http://schemas.openxmlformats.org/officeDocument/2006/relationships/slide" Target="/ppt/slides/slide1.xml" Id="R4be09a58604b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47b755a6c4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163c29cb843d1" /><Relationship Type="http://schemas.openxmlformats.org/officeDocument/2006/relationships/notesMaster" Target="/ppt/notesMasters/notesMaster1.xml" Id="R25aede071754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supplied technical workflow as native editable shapes, text, and connectors. Starred model/OCR choices are proposals pending runtime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43b3c4e704b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61efaa53545bd" /><Relationship Type="http://schemas.openxmlformats.org/officeDocument/2006/relationships/slideLayout" Target="/ppt/slideLayouts/slideLayout1.xml" Id="R436588dbc44a4b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588dbc44a4b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d2c1499e248de" /><Relationship Type="http://schemas.openxmlformats.org/officeDocument/2006/relationships/notesSlide" Target="/ppt/notesSlides/notesSlide1.xml" Id="Rd501d6d0ed1a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A212CB5-FCB1-418B-B1E5-2037C3D4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75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Technical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DAED1-AB39-4F0F-8E70-484F7462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8675"/>
            <a:ext cx="1828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Dev-Privacy Guard · Target Stack</a:t>
            </a:r>
          </a:p>
        </p:txBody>
      </p:sp>
      <p:sp>
        <p:nvSpPr>
          <p:cNvPr id="3" name="Module 1 box">
            <a:extLst xmlns:a="http://schemas.openxmlformats.org/drawingml/2006/main">
              <a:ext uri="{FF2B5EF4-FFF2-40B4-BE49-F238E27FC236}">
                <a16:creationId xmlns:a16="http://schemas.microsoft.com/office/drawing/2014/main" id="{1030564E-B0C1-4CCB-A82C-0EE7C48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F565D-727A-463F-B125-001411AF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8B645-96FB-455D-97F3-B9326B1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32EC7-5F9E-4169-9D89-96996562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7640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Profile Vault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7DDE0-A52B-4477-BE29-3141981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466725" cy="409575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75057-B2AC-4E0F-B2A4-AF1B6301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33550"/>
            <a:ext cx="466725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24063-8719-4C2C-84CE-2D42FD22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33575"/>
            <a:ext cx="466725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03BFE-B902-45E9-95A9-8F3316C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05025"/>
            <a:ext cx="238125" cy="2286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F0704-9FBD-4520-A606-0A4AC06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81200"/>
            <a:ext cx="142875" cy="200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4CEE2-4DFD-4B2A-AD94-33CED3B8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F9B41-B31C-4010-8023-5392806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SQLite + AES-GCM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39EDA-C8DB-40C6-B798-71DC92F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29A8B-0429-4883-A136-4B9C392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pypdf + pytesseract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92458-E774-4331-B56A-A968EAD8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CB6BA-9064-4518-B6D7-D7DB8E81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Versioned Facts + ref_id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A883C-C228-4EB2-A800-CF50A8C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9080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557CE-6305-42EF-B9BD-F8DEAA91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05075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20" name="Module 2 box">
            <a:extLst xmlns:a="http://schemas.openxmlformats.org/drawingml/2006/main">
              <a:ext uri="{FF2B5EF4-FFF2-40B4-BE49-F238E27FC236}">
                <a16:creationId xmlns:a16="http://schemas.microsoft.com/office/drawing/2014/main" id="{6C930154-B458-4388-B1F2-E2E1609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017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EF5FC-0CEC-4C51-A32E-BF8F0969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38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20040-625F-4986-BAA8-891E5CE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383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889E4-E65B-4AD5-B1B7-94784BB3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7640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Task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A662-D191-45D2-A6B4-33826E9C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95450"/>
            <a:ext cx="619125" cy="619125"/>
          </a:xfrm>
          <a:prstGeom xmlns:a="http://schemas.openxmlformats.org/drawingml/2006/main" prst="gear6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326BA-1549-4426-AEBF-51C82971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924050"/>
            <a:ext cx="161925" cy="161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40E30-B527-49DD-909D-DBDF44D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694235-55BF-45E2-BC96-21201FF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69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Chrome MV3 + React + TypeScript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FFF44D-11ED-423B-99A2-D57853F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33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6571C-42C5-4B2E-B482-81BB0B8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Python + FastAPI + Uvicorn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B14D1-82DA-4314-82FD-D27D7B8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25D98-C60D-4271-B552-E83CDCFB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Browser Use 0.13.10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599B9-D554-48BD-96E6-549E7BD8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9080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D7598-80FC-4A13-B1ED-3E31D97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505075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34" name="Module 3 box">
            <a:extLst xmlns:a="http://schemas.openxmlformats.org/drawingml/2006/main">
              <a:ext uri="{FF2B5EF4-FFF2-40B4-BE49-F238E27FC236}">
                <a16:creationId xmlns:a16="http://schemas.microsoft.com/office/drawing/2014/main" id="{D3C4F78C-B9E2-4E18-99BB-0AC4B51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40017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37297-53FF-4E95-AB89-A4E964A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1638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9703B9-F761-491E-BC6A-2F2C9C3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16383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6F9846-D4EA-4F02-9E85-15AF0E0D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67640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Observation + Cache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1D3239-71BD-4757-8670-FEAD27A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1714500"/>
            <a:ext cx="419100" cy="542925"/>
          </a:xfrm>
          <a:custGeom xmlns:a="http://schemas.openxmlformats.org/drawingml/2006/main">
            <a:pathLst>
              <a:path w="419100" h="542925">
                <a:moveTo>
                  <a:pt x="0" y="0"/>
                </a:moveTo>
                <a:lnTo>
                  <a:pt x="304800" y="0"/>
                </a:lnTo>
                <a:lnTo>
                  <a:pt x="419100" y="114300"/>
                </a:lnTo>
                <a:lnTo>
                  <a:pt x="419100" y="542925"/>
                </a:lnTo>
                <a:lnTo>
                  <a:pt x="0" y="5429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5A2C8-E726-4881-A0DB-DB51027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171450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FDF10-35D6-4B5B-B5C9-D1186114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1847850"/>
            <a:ext cx="133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6D862A-AB17-4711-9F74-5AEDD6A3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192405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9C72F9-931B-4C21-90DF-7EA99A5B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2019300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2B28C1-8788-4A18-A1EA-9FF3D48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2057400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9D4614-3070-4030-9901-FFE15CBF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8400" y="2286000"/>
            <a:ext cx="1333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32E8A5-E5D7-4714-A4BF-8E140B5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581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43EC1D-0C0D-4B01-A27E-C13FBE12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4669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DOM + ARIA + CDP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65EFD5-FD47-4C6A-8D37-0AAD60B1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933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0D2513-B77E-4857-9609-E6ED1CCF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8194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MutationObserver + Region Cache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5CD84-80CE-4BE7-AA2A-7F7CE5B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286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8A2C53-6982-4617-980E-D6216E6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171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Page Epoch + Feature Reuse</a:t>
            </a:r>
          </a:p>
        </p:txBody>
      </p:sp>
      <p:sp>
        <p:nvSpPr>
          <p:cNvPr id="51" name="Module 4 box">
            <a:extLst xmlns:a="http://schemas.openxmlformats.org/drawingml/2006/main">
              <a:ext uri="{FF2B5EF4-FFF2-40B4-BE49-F238E27FC236}">
                <a16:creationId xmlns:a16="http://schemas.microsoft.com/office/drawing/2014/main" id="{9FE4D1A1-3E0D-4A53-9B01-6E629EE9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19600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7AF031-7696-45CD-9F36-EDC03E1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577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637FCC-4136-4A19-998C-5E108CB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577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9C15A1-F459-418F-A04C-12C0774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Local Perception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F670B8-0FC3-4AD0-A5B2-006D49D0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590550" cy="438150"/>
          </a:xfrm>
          <a:custGeom xmlns:a="http://schemas.openxmlformats.org/drawingml/2006/main">
            <a:pathLst>
              <a:path w="590550" h="438150">
                <a:moveTo>
                  <a:pt x="0" y="228600"/>
                </a:moveTo>
                <a:lnTo>
                  <a:pt x="114300" y="57150"/>
                </a:lnTo>
                <a:lnTo>
                  <a:pt x="285750" y="0"/>
                </a:lnTo>
                <a:lnTo>
                  <a:pt x="457200" y="57150"/>
                </a:lnTo>
                <a:lnTo>
                  <a:pt x="590550" y="228600"/>
                </a:lnTo>
                <a:lnTo>
                  <a:pt x="457200" y="381000"/>
                </a:lnTo>
                <a:lnTo>
                  <a:pt x="285750" y="438150"/>
                </a:lnTo>
                <a:lnTo>
                  <a:pt x="114300" y="381000"/>
                </a:ln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DAE78A-BBB0-4F4B-AC12-11D043A2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924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1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A381A4-B4D1-4A15-B42E-E2F449CF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D37AD2-EFBC-43AB-ABD2-FD7E3E1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MobileViT-Small*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0BD463-42EE-4F80-838C-0723E751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44978E-B638-436F-BC33-6E72B45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864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MediaPipe BlazeFace*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E949D8-EEBB-4CDA-9010-3A3534A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A79531-1EFE-4B83-BAA2-38CCAF20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02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Tesseract.js*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46A5A6-0C0E-48B1-9CD9-F646CB8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F4F8DE-AC92-44CF-8B2D-6EC3E415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341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9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89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ONNX Runtime Web + WebGPU / WASM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87F703-BC3B-4980-B7E1-36B8423F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610225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F8FB3B-2A53-49DD-9289-BCAD2C6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24500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67" name="Module 5 box">
            <a:extLst xmlns:a="http://schemas.openxmlformats.org/drawingml/2006/main">
              <a:ext uri="{FF2B5EF4-FFF2-40B4-BE49-F238E27FC236}">
                <a16:creationId xmlns:a16="http://schemas.microsoft.com/office/drawing/2014/main" id="{98FA24F6-D9AF-414B-9086-F1D23E7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F11725-2FBD-42CA-B5C7-510BCB0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577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D129D2-533A-49B1-8B7F-B590A93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577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824DDB-10D5-4A4B-A8DF-EDA01ECD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95825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Privacy Filter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35148D-9D10-432B-AEB3-8512211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772025"/>
            <a:ext cx="561975" cy="600075"/>
          </a:xfrm>
          <a:custGeom xmlns:a="http://schemas.openxmlformats.org/drawingml/2006/main">
            <a:pathLst>
              <a:path w="561975" h="600075">
                <a:moveTo>
                  <a:pt x="0" y="0"/>
                </a:moveTo>
                <a:lnTo>
                  <a:pt x="561975" y="0"/>
                </a:lnTo>
                <a:lnTo>
                  <a:pt x="352425" y="266700"/>
                </a:lnTo>
                <a:lnTo>
                  <a:pt x="352425" y="514350"/>
                </a:lnTo>
                <a:lnTo>
                  <a:pt x="219075" y="600075"/>
                </a:lnTo>
                <a:lnTo>
                  <a:pt x="219075" y="2667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2389BC-2AA5-47F1-A62C-B4282C1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00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74EF34-B775-40BB-A1DB-2A1D4AB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864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DOM Rules + Regex + PII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27372D-BA6C-4148-AB51-A01D09F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5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2D20ED-CE1D-4A43-92F4-D96B393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38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Confidence-Aware Pixel Masks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9E3613-AA79-4ED1-9F4C-8AD6866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305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46E580-9D74-47B3-BF4C-32DBDE0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91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Text + URL + History Sanitization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6D68F3-6C9A-4D98-BF47-4C93FBCD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10225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67EEBF-0E98-4E42-B625-5CB043EE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524500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80" name="Module 6 box">
            <a:extLst xmlns:a="http://schemas.openxmlformats.org/drawingml/2006/main">
              <a:ext uri="{FF2B5EF4-FFF2-40B4-BE49-F238E27FC236}">
                <a16:creationId xmlns:a16="http://schemas.microsoft.com/office/drawing/2014/main" id="{0B2044FC-F2B3-4A22-BCA6-3FD2974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419600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9E2BF"/>
          </a:solidFill>
          <a:ln xmlns:a="http://schemas.openxmlformats.org/drawingml/2006/main" w="23813">
            <a:solidFill>
              <a:srgbClr val="BC6C25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C3DF2B-A24F-4ED1-8C23-12D1970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46577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5721F6-DD21-4D61-9655-02C7EB78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46577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3D94F6-BBB6-413A-8804-1689553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695825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HITL + Masking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F83C00-8DBA-48B0-9755-C93CF55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75" y="4752975"/>
            <a:ext cx="238125" cy="23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7F87F8-A432-4DD4-ACDA-B574280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5057775"/>
            <a:ext cx="466725" cy="276225"/>
          </a:xfrm>
          <a:custGeom xmlns:a="http://schemas.openxmlformats.org/drawingml/2006/main">
            <a:pathLst>
              <a:path w="466725" h="276225">
                <a:moveTo>
                  <a:pt x="0" y="276225"/>
                </a:moveTo>
                <a:lnTo>
                  <a:pt x="19050" y="114300"/>
                </a:lnTo>
                <a:lnTo>
                  <a:pt x="104775" y="28575"/>
                </a:lnTo>
                <a:lnTo>
                  <a:pt x="228600" y="0"/>
                </a:lnTo>
                <a:lnTo>
                  <a:pt x="352425" y="28575"/>
                </a:lnTo>
                <a:lnTo>
                  <a:pt x="447675" y="114300"/>
                </a:lnTo>
                <a:lnTo>
                  <a:pt x="466725" y="276225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6B6693-59B6-42EE-8855-F9D2F19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600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D4A84E-BACD-43C2-AC22-0AB20C2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54864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Screenshot + Context Preview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EF6D56B-E0C0-464A-B33D-3A0118DF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95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0E0614-BB38-40FC-91F3-6094AE5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5838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Manual Masks + Approval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7E24DC-0B7F-4E9F-AC87-8B839E5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305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81147C-E51C-441D-BD36-89C3DD9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6191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Payload Hash + Provider Binding</a:t>
            </a:r>
          </a:p>
        </p:txBody>
      </p:sp>
      <p:sp>
        <p:nvSpPr>
          <p:cNvPr id="92" name="Module 7 box">
            <a:extLst xmlns:a="http://schemas.openxmlformats.org/drawingml/2006/main">
              <a:ext uri="{FF2B5EF4-FFF2-40B4-BE49-F238E27FC236}">
                <a16:creationId xmlns:a16="http://schemas.microsoft.com/office/drawing/2014/main" id="{9BA84902-BEAB-4DE2-9BC8-1C46F67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43902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9E2BF"/>
          </a:solidFill>
          <a:ln xmlns:a="http://schemas.openxmlformats.org/drawingml/2006/main" w="23813">
            <a:solidFill>
              <a:srgbClr val="BC6C2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466A6A-A86F-4114-A12D-34ACCB3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77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77223B-0810-481D-BCFF-5791EF7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77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5B9F43-DF6F-420F-A91F-D77B2496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71525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Self-Hosted Reasoning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02504CE-DF5F-4918-9D21-8B5512A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867650"/>
            <a:ext cx="26670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80B232-2BE1-4CAA-A1CB-B83E60C7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867650"/>
            <a:ext cx="26670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3EFFC1-6D95-4973-AE4E-61403DB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62875"/>
            <a:ext cx="238125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0A4160-1F14-46CE-8457-F97FC10E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762875"/>
            <a:ext cx="238125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E473CC-1087-4FF2-A0DC-707D7563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820025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B8DCAA-2B7F-4489-8056-67661930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20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B7B0FAC-283D-4DB6-9ACD-E3C874AE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505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LFM2.5-VL-1.6B*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01E2B2-828A-4BFD-A88D-880EDD43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72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197886-E442-4443-B914-B903E2F1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858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PyTorch + Transformers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34D9AB-C687-4360-BADD-D9543D88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24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93B0EDD-7D36-412C-A099-8C18F42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2106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JSON Actions + input_ref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ED317E9-7858-46D4-B83C-D6D33EDF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862965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26ADD9-DC25-47E1-AA06-319C15A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543925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09" name="Module 8 box">
            <a:extLst xmlns:a="http://schemas.openxmlformats.org/drawingml/2006/main">
              <a:ext uri="{FF2B5EF4-FFF2-40B4-BE49-F238E27FC236}">
                <a16:creationId xmlns:a16="http://schemas.microsoft.com/office/drawing/2014/main" id="{132D508C-A8B1-473B-A4A0-5071E528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43902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65B525E-3102-4736-86CC-44E0BEE1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677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4F34FD-EF04-44E5-B475-FE56DE56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677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952D3AB-FF6A-4C50-A947-56F8FF93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71525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Local Execution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34B10E5-5D8D-447E-B934-A4ACFCB1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7772400"/>
            <a:ext cx="638175" cy="504825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681B8A-BD14-4CAC-B20F-294DAC2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924800"/>
            <a:ext cx="114300" cy="209550"/>
          </a:xfrm>
          <a:custGeom xmlns:a="http://schemas.openxmlformats.org/drawingml/2006/main">
            <a:pathLst>
              <a:path w="114300" h="209550">
                <a:moveTo>
                  <a:pt x="0" y="0"/>
                </a:moveTo>
                <a:lnTo>
                  <a:pt x="11430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CE122E-7ADF-4E59-96F0-B48AD087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81438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EEFE85-38D4-4823-9A84-178EF08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620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ABEFE58-E855-4FD3-99A1-E25F8DA8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505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Pydantic + Action Policy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7B360CF-C922-473E-909D-0A4D2B1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972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91761EA-B9A4-403E-8349-57CD94E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858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Vault Resolution + CDP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3A9C50-8BA0-42AC-81CF-BF23E16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324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312B16-C8DE-4EB9-B572-EB843CD2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2106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Origin + Tab + Epoch Checks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8E71F53-3E59-422F-9253-97A538E4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862965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54D0BA6-1E50-44A7-A1C6-9B9821E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8543925"/>
            <a:ext cx="123825" cy="171450"/>
          </a:xfrm>
          <a:custGeom xmlns:a="http://schemas.openxmlformats.org/drawingml/2006/main">
            <a:pathLst>
              <a:path w="123825" h="171450">
                <a:moveTo>
                  <a:pt x="0" y="0"/>
                </a:moveTo>
                <a:lnTo>
                  <a:pt x="1238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24" name="Module 9 box">
            <a:extLst xmlns:a="http://schemas.openxmlformats.org/drawingml/2006/main">
              <a:ext uri="{FF2B5EF4-FFF2-40B4-BE49-F238E27FC236}">
                <a16:creationId xmlns:a16="http://schemas.microsoft.com/office/drawing/2014/main" id="{9DF880B5-18C6-463F-9B7B-784BCF04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439025"/>
            <a:ext cx="55530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4F4DF"/>
          </a:solidFill>
          <a:ln xmlns:a="http://schemas.openxmlformats.org/drawingml/2006/main" w="23813">
            <a:solidFill>
              <a:srgbClr val="606C38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1CF8E93-F4F8-49EE-9FDC-1936FC3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677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0F843A-3F36-4EAC-B65A-4C96D20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677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EFAE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EFAE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26CE64-C56C-4478-95E1-88B0B2D4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15250"/>
            <a:ext cx="385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3618"/>
                </a:solidFill>
                <a:latin typeface="Arial"/>
                <a:ea typeface="Arial"/>
                <a:cs typeface="Arial"/>
              </a:rPr>
              <a:t>Resume + Verify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8769408-9C3E-4217-8A4A-5F2E059D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7753350"/>
            <a:ext cx="419100" cy="542925"/>
          </a:xfrm>
          <a:custGeom xmlns:a="http://schemas.openxmlformats.org/drawingml/2006/main">
            <a:pathLst>
              <a:path w="419100" h="542925">
                <a:moveTo>
                  <a:pt x="0" y="0"/>
                </a:moveTo>
                <a:lnTo>
                  <a:pt x="304800" y="0"/>
                </a:lnTo>
                <a:lnTo>
                  <a:pt x="419100" y="114300"/>
                </a:lnTo>
                <a:lnTo>
                  <a:pt x="419100" y="542925"/>
                </a:lnTo>
                <a:lnTo>
                  <a:pt x="0" y="5429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392662-9A31-4F3D-B0EB-1DA6669E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775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9020A2D-14A4-4946-86E0-00DE63E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7886700"/>
            <a:ext cx="133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E165B31-FB7B-4EF4-8769-4F3043A4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79629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A8A7DF0-DDB4-4960-9601-982C71BA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8058150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3618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3233878-2D66-47EB-BDB7-D1D028C8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811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18"/>
          </a:solidFill>
          <a:ln xmlns:a="http://schemas.openxmlformats.org/drawingml/2006/main" w="19050">
            <a:solidFill>
              <a:srgbClr val="FEFAE0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DE03F8E-40A4-44AE-8526-2849830D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8201025"/>
            <a:ext cx="180975" cy="142875"/>
          </a:xfrm>
          <a:custGeom xmlns:a="http://schemas.openxmlformats.org/drawingml/2006/main">
            <a:pathLst>
              <a:path w="180975" h="142875">
                <a:moveTo>
                  <a:pt x="0" y="76200"/>
                </a:moveTo>
                <a:lnTo>
                  <a:pt x="66675" y="142875"/>
                </a:ln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EFAE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0AD92BA-E987-4272-8E9F-22E21E2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8620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3976F4-96DB-44A4-95B2-6711B98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8505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Document Intake + Fact Review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1AF2BCF-C50F-43BB-BB32-D60A6A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8972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BB6CE04-E7EB-4D83-B0BB-CD874856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88582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Pause / Resume + Final Approval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1D371E1-AEC4-48F9-A8BD-BA241C37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324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6C38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BCE67D1-D133-4BA1-A554-10E2E83D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92106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Latency + Cache-Hit Metrics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DCF6B08-3B1D-4002-A915-AC8AF4B6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05225"/>
            <a:ext cx="12153900" cy="657225"/>
          </a:xfrm>
          <a:custGeom xmlns:a="http://schemas.openxmlformats.org/drawingml/2006/main">
            <a:pathLst>
              <a:path w="12153900" h="657225">
                <a:moveTo>
                  <a:pt x="12153900" y="0"/>
                </a:moveTo>
                <a:lnTo>
                  <a:pt x="12153900" y="333375"/>
                </a:lnTo>
                <a:lnTo>
                  <a:pt x="0" y="333375"/>
                </a:lnTo>
                <a:lnTo>
                  <a:pt x="0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408CF49-2F7A-4277-80D2-22CE265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171450" cy="123825"/>
          </a:xfrm>
          <a:custGeom xmlns:a="http://schemas.openxmlformats.org/drawingml/2006/main">
            <a:pathLst>
              <a:path w="171450" h="123825">
                <a:moveTo>
                  <a:pt x="0" y="0"/>
                </a:moveTo>
                <a:lnTo>
                  <a:pt x="85725" y="123825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9DCF93C-87E4-4027-94BF-A10745C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724650"/>
            <a:ext cx="12153900" cy="657225"/>
          </a:xfrm>
          <a:custGeom xmlns:a="http://schemas.openxmlformats.org/drawingml/2006/main">
            <a:pathLst>
              <a:path w="12153900" h="657225">
                <a:moveTo>
                  <a:pt x="12153900" y="0"/>
                </a:moveTo>
                <a:lnTo>
                  <a:pt x="12153900" y="333375"/>
                </a:lnTo>
                <a:lnTo>
                  <a:pt x="0" y="333375"/>
                </a:lnTo>
                <a:lnTo>
                  <a:pt x="0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D740D4E-1472-494F-8DEA-B1A2752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267575"/>
            <a:ext cx="171450" cy="123825"/>
          </a:xfrm>
          <a:custGeom xmlns:a="http://schemas.openxmlformats.org/drawingml/2006/main">
            <a:pathLst>
              <a:path w="171450" h="123825">
                <a:moveTo>
                  <a:pt x="0" y="0"/>
                </a:moveTo>
                <a:lnTo>
                  <a:pt x="85725" y="123825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06C38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150A72C-72A6-4196-90FE-58269CF5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48850"/>
            <a:ext cx="1828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836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618"/>
                </a:solidFill>
                <a:latin typeface="Arial"/>
                <a:ea typeface="Arial"/>
                <a:cs typeface="Arial"/>
              </a:rPr>
              <a:t>* Proposed models/OCR solutions — runtime validation pending. Raw data local.</a:t>
            </a:r>
          </a:p>
        </p:txBody>
      </p:sp>
    </p:spTree>
    <p:extLst>
      <p:ext uri="{BB962C8B-B14F-4D97-AF65-F5344CB8AC3E}">
        <p14:creationId xmlns:p14="http://schemas.microsoft.com/office/powerpoint/2010/main" val="286961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2026-09-13T06:55:16.6710000Z</dcterms:created>
  <dcterms:modified xsi:type="dcterms:W3CDTF">2026-09-13T06:55:16.6710000Z</dcterms:modified>
</coreProperties>
</file>